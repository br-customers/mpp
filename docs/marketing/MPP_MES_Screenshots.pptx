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Configuration: Plant model - Plant hierarchy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Configuration: Parts - Item Master -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Configuration: Parts - Item Master - bill of materials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Configuration: Parts - Operation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Configuration: Dies - Dies and cavities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Configuration: Quality and downtime - Defect codes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Configuration: Quality and downtime - Downtime codes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Configuration: Shifts - Shift schedules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floor: Die cast - Die cast baskets, cavity by cavity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floor: Die cast - Releasing a full basket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floor: Die cast - End-of-shift reconciliation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floor: Downtime - Downtime manager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floor: Traceability - LOT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floor: Traceability - LOT detail and history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floor: Reporting - Die cast production, this shift against the last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 Manufacturing Execution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- September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model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lant hierarc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tem Master - rou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tem Master - bill of materi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peration templ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es and cavit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downtime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fect co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wntime co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hift schedu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cast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floor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e cast baskets, cavity by cav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leasing a full bas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d-of-shift reconcili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floor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wntime mana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floor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T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T detail and 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floor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e cast production, this shift against the la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MPP MES - Screenshots</dc:title>
  <dc:subject>PptxGenJS Presentation</dc:subject>
  <dc:creator>Blue Ridge Automation</dc:creator>
  <cp:lastModifiedBy>Blue Ridge Automation</cp:lastModifiedBy>
  <cp:revision>1</cp:revision>
  <dcterms:created xsi:type="dcterms:W3CDTF">2026-09-21T23:24:14Z</dcterms:created>
  <dcterms:modified xsi:type="dcterms:W3CDTF">2026-09-21T23:24:14Z</dcterms:modified>
</cp:coreProperties>
</file>